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不动（static）</c:v>
                </c:pt>
              </c:strCache>
            </c:strRef>
          </c:tx>
          <c:spPr>
            <a:solidFill>
              <a:srgbClr val="0B3D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 单次故障</c:v>
                  </c:pt>
                  <c:pt idx="1">
                    <c:v>S4 强故障</c:v>
                  </c:pt>
                  <c:pt idx="2">
                    <c:v>S3 持续随机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1003</c:v>
                </c:pt>
                <c:pt idx="1">
                  <c:v>1017</c:v>
                </c:pt>
                <c:pt idx="2">
                  <c:v>1618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总是重规划（full）</c:v>
                </c:pt>
              </c:strCache>
            </c:strRef>
          </c:tx>
          <c:spPr>
            <a:solidFill>
              <a:srgbClr val="BFDCE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 单次故障</c:v>
                  </c:pt>
                  <c:pt idx="1">
                    <c:v>S4 强故障</c:v>
                  </c:pt>
                  <c:pt idx="2">
                    <c:v>S3 持续随机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1309</c:v>
                </c:pt>
                <c:pt idx="1">
                  <c:v>1333</c:v>
                </c:pt>
                <c:pt idx="2">
                  <c:v>2281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F2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4748B"/>
                    </a:solidFill>
                    <a:latin typeface="Arial"/>
                  </a:rPr>
                  <a:t>makespan（步，越低越好）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白：这篇论文不是『我们算法更好』，而是回答一个被所有人跳过的问题——在真实系统里，改计划这件事本身能不能执行。一句话先记住：闭环不等于总是重规划，闭环等于保留重规划的能力，并且只在值钱时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三个数字就是全文骨架：先修好机制（99%），然后发现多数时候别用（143:12），最后学会什么时候用（1.3%）。后面每一页都是给这三个数字补证据。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给听众建立画面：机器负责加工，AGV 负责搬运，三层各司其职。关键不是三层多复杂，而是中间那句话——计划里的到达时间是估计的，真实的到达时间被路上的拥堵决定。整篇论文的病就藏在这个缝里。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转折点：我们不是先知先觉去研究承诺——是写完触发器一跑，40 次修订全被拒，才回头挖根因。这个顺序本身就是论文叙事：先撞墙，再解剖墙。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这页是全文最重要的机制图：承诺一致性这条好规矩，被实现成了『表达不出来就全盘否决』。听众只要记住『黑名单一票否决』，后面的解法就顺理成章。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这页解释『为什么这是个新发现』：不是没人想要闭环，是系统的被动鲁棒性把病藏得严严实实——直到订单流来了一次总爆发。也顺带回答『为什么你测 200 步停机没问题还敢说机制坏了』。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回应『这不就是修了个 bug 吗』：bug 只是一次全有全无投影的失败；我们的贡献是把投影补全成保守投影——一个可迁移的概念。90 行是落地轻量的证据，放在脚注位置，不再当卖点。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这页回应审稿人最锋利的问题：Δpen=200 凭什么是安全上界？答案是不需要它是——执行安全不依赖它（P1），只有计划精度依赖它（P2）。『调错参数只会让车白跑，不会让货抢跑』这句话讲给自己听一遍就懂了。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注意口径：99% 是触发级激活率（E1-E3），0 是到达级修订失败（E6）——两个指标在论文里分开命名，避免被审稿人抓数字打架。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反直觉的核心一页：把重规划修好之后系统地测，扰动场景下『什么都不做』全面碾压『总是重规划』——保守释放界要付 25–125% 的溢价，而松弛本来就够用。这不是负结果，是一条定律。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为什么专门留一页讲撤稿：外部评审第一轮就问了『数字打架』。与其被动解释，不如把修正过程写成方法的一部分——扩容实验的价值就在这里。给自己讲：下一次再看到惊人的倍数，先问对照干净吗。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这页把论文闭环：定律说多数时候别重规划，myopic 用行动证明它——而且比两个极端都好。关键卖点是 1.3%：它赢不是靠多改计划，是靠改对了 6 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这页是给评审的预演：他们最锋利的一刀我们已经先捅给自己了。快照恢复了 RNG 状态是事实，S1/S4 天然干净、S3 有泄漏也是事实——leak-free 对照跑完就知道杀伤力多大。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 MAPF 背景的评审看：我们不声称 MAPF 算法贡献，但给出一个 MAPF 社区关心的系统级事实——后端延迟差异能把耦合系统从 800 步打到 3900 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五步弧线就是我们答辩的骨架：每一步都有对应章节、定理或实验相。第三句卖点是评审原话的浓缩，也是标题 Breakable Commitments 的全部含义。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收尾给听众行动指令：这篇论文现在的状态是『值得投主会』，剩下的三件事（leak-free、模板、润色）都是收尾工程。问一句：还有什么你想让我先补的？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ICAPS 2027 投稿内审 · 先给自己讲明白，再给别人讲明白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可打破的承诺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Breakable Commitments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智能车间「调度 × 多车路径」耦合系统的重规划死锁与解锁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1109167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92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FJSP × MAPF · SkyEngine 全栈 · 1209 集实验 · 2026-09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623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诊断死锁 → 投影抽象 → 两级定理 → 反直觉定律 → 决策策略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一句话论点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如果只记住一页，就记这页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0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 ≠ 总是重规划</a:t>
            </a:r>
            <a:endParaRPr lang="en-US" sz="40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40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 = 保留重规划的能力 + 只在它值钱时用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3602736" cy="1783080"/>
          </a:xfrm>
          <a:prstGeom prst="roundRect">
            <a:avLst>
              <a:gd name="adj" fmla="val 3077"/>
            </a:avLst>
          </a:prstGeom>
          <a:solidFill>
            <a:srgbClr val="E3F0F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97680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53% → 99%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5029200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修好承诺编码后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修订激活率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71416" y="4069080"/>
            <a:ext cx="3602736" cy="1783080"/>
          </a:xfrm>
          <a:prstGeom prst="roundRect">
            <a:avLst>
              <a:gd name="adj" fmla="val 3077"/>
            </a:avLst>
          </a:prstGeom>
          <a:solidFill>
            <a:srgbClr val="E3F0F5"/>
          </a:solidFill>
          <a:ln/>
        </p:spPr>
      </p:sp>
      <p:sp>
        <p:nvSpPr>
          <p:cNvPr id="10" name="Text 8"/>
          <p:cNvSpPr/>
          <p:nvPr/>
        </p:nvSpPr>
        <p:spPr>
          <a:xfrm>
            <a:off x="4471416" y="4297680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143 : 12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54296" y="5029200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扰动场景下『不动』完胜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『总是重规划』(配对)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394192" y="4069080"/>
            <a:ext cx="3602736" cy="1783080"/>
          </a:xfrm>
          <a:prstGeom prst="roundRect">
            <a:avLst>
              <a:gd name="adj" fmla="val 3077"/>
            </a:avLst>
          </a:prstGeom>
          <a:solidFill>
            <a:srgbClr val="E3F0F5"/>
          </a:solidFill>
          <a:ln/>
        </p:spPr>
      </p:sp>
      <p:sp>
        <p:nvSpPr>
          <p:cNvPr id="13" name="Text 11"/>
          <p:cNvSpPr/>
          <p:nvPr/>
        </p:nvSpPr>
        <p:spPr>
          <a:xfrm>
            <a:off x="8394192" y="4297680"/>
            <a:ext cx="3602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577072" y="5029200"/>
            <a:ext cx="3236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value-aware 触发器的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实际重规划率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耦合车间：三层分工，一个致命接口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SkyEngine 全栈 —— 调度与路径在这里相遇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155E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调度员 · CP-SAT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487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 → 机器指派与排序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产出：按计划时刻放行的运输单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5876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E3F0F5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派单员 · Assigner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2487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运输任务 → 空闲 AGV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（最近邻 / 匈牙利 / 学习式）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53528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E3F0F5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2011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导航员 · EECBS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4871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网格地图无碰撞路径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21×21 迷宫 / 开阔地图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DEBE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148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耦合界面：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『料什么时候真正到机器口』——由拥堵的路由层决定，而调度层的计划假设它准时。两个世界的缝隙就在这一秒。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FJSP：柔性作业车间调度（NP难） × MAPF：多智能体路径规划（NP难）——两半各自成熟，耦合无人能改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问题：闭环喊了三年，改计划却从没被执行过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E3F0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文献的口号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「车间系统要闭环重规划」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最新框架（Li 2026, Sensors）：一次成型 + 执行期只修路由，闭环列为未来工作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引擎其实留了修订 API——只是没人调用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94960" cy="2377440"/>
          </a:xfrm>
          <a:prstGeom prst="roundRect">
            <a:avLst>
              <a:gd name="adj" fmla="val 2308"/>
            </a:avLst>
          </a:prstGeom>
          <a:solidFill>
            <a:srgbClr val="FDEBE0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接上闭环触发器之后（SOTA 同款一次成型设定）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在基线承诺编码上接好触发器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试点：触发修订 → 激活 0/40 全拒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受控对照：基线编码激活率仅 53%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真正的问题不是「怎么触发重规划」，而是：</a:t>
            </a:r>
            <a:endParaRPr lang="en-US" sz="19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在执行到一半的系统里，一次合法的改计划，为什么根本走不通？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机理：不是解不动，是「说不出来」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现行承诺编码（encode-or-veto，此类栈的标准做法）的传导链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42032" cy="1645920"/>
          </a:xfrm>
          <a:prstGeom prst="roundRect">
            <a:avLst>
              <a:gd name="adj" fmla="val 2778"/>
            </a:avLst>
          </a:prstGeom>
          <a:solidFill>
            <a:srgbClr val="E3F0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系统里有一单在途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工序在机器口排队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AGV 正载着料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90672" y="248716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542032" cy="1645920"/>
          </a:xfrm>
          <a:prstGeom prst="roundRect">
            <a:avLst>
              <a:gd name="adj" fmla="val 2778"/>
            </a:avLst>
          </a:prstGeom>
          <a:solidFill>
            <a:srgbClr val="E3F0F5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编码器卡住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20440" y="28163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算不出后继工序的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释放时刻 &amp; 料源位置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25312" y="248716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542032" cy="1645920"/>
          </a:xfrm>
          <a:prstGeom prst="roundRect">
            <a:avLst>
              <a:gd name="adj" fmla="val 2778"/>
            </a:avLst>
          </a:prstGeom>
          <a:solidFill>
            <a:srgbClr val="E3F0F5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扔进黑名单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55080" y="28163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丢入 unresolved 集合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不尝试任何保守替代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59952" y="248716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052560" y="1920240"/>
            <a:ext cx="2542032" cy="1645920"/>
          </a:xfrm>
          <a:prstGeom prst="roundRect">
            <a:avLst>
              <a:gd name="adj" fmla="val 2778"/>
            </a:avLst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8972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一票否决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89720" y="28163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execution_ready=False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整次修订拒绝激活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0690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求解器（CP-SAT）根本没有机会说「不」——问题在送进它手里之前就被判了死缓。</a:t>
            </a:r>
            <a:endParaRPr lang="en-US" sz="17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只要车间里有一单活儿干到一半（生产中的常态），任何改计划都会被否决。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同一堵墙撞了三次：扰动修订、订单到达修订、周期刷新——全部同因（方向1/4/6实验互证）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为什么没人发现：被『被动鲁棒性』掩盖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一次成型的现行范式平时足够好——这正是盲区所在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4–14%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97280" y="26334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步单机停机下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一次成型计划的退化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937760" y="1581912"/>
            <a:ext cx="670255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孤立故障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37760" y="2075688"/>
            <a:ext cx="6702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计划自身的松弛把停机吸收掉——不需要改计划，看起来一切正常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2752344"/>
            <a:ext cx="670255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8620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加工方差 ±10%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937760" y="3246120"/>
            <a:ext cx="6702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退化系数 D ∈ [1.00, 1.15]——依然看不见问题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3922776"/>
            <a:ext cx="670255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40325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订单流（新工件）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937760" y="4416552"/>
            <a:ext cx="6702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计划里根本没有这些活儿 → 后到工件整批饿死（试点吞吐 24.4 → 0.24）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5120640"/>
            <a:ext cx="670255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教训：只在弱扰动下测试闭环系统，永远测不出重规划通路是死的。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 ①（抽象）：把承诺变成一次「投影」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κ(p) = ( μ, l, r )：在哪台机器 · 料在哪 · 最早何时能开工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E3F0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精确投影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μ, l, r 全部精确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理想但常不可得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（运输剩余时间未知）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155E75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保守投影  ← 本文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53712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μ, l 精确 + r̄ ≥ 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53712" y="31089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机器可精确反查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开工时刻只给安全下界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182880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DEBE0"/>
          </a:solidFill>
          <a:ln/>
        </p:spPr>
      </p:sp>
      <p:sp>
        <p:nvSpPr>
          <p:cNvPr id="14" name="Text 12"/>
          <p:cNvSpPr/>
          <p:nvPr/>
        </p:nvSpPr>
        <p:spPr>
          <a:xfrm>
            <a:off x="8330184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03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全有全无 ← 旧栈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30184" y="2606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算不出 → 整体否决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30184" y="31089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unresolved 黑名单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一票否决激活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μ 和 l 的精确反查：排队工序 → 就在那台机器的输入队列里；在途工序 → 运输单上的目的地坐标对回机器位置。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抽象与具体引擎无关：任何「按释放时刻派单 + 物理等料」的仿真栈都适用；SkyEngine 上的落地只要 ~90 行（部署证据，非贡献本身）。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 ①（定理）：两级可靠性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罚金参数 Δpen 调错会怎样？——答案分两层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155E7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· 执行安全（无条件）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释放时刻只管「发运输单」；AGV 到了料没到会物理等待；机器只加工已到料的工序。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⇒ 无论 Δpen 设多小，都不会物料未到就开工。最坏情形：AGV 提前到取货点蹲着（浪费运力，不出事故）。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E3F0F5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· 计划有效（有条件）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若剩余运输时间 ≤ Δpen 且队列 FIFO：修订计划的每个开工时刻都可行（r̄ ≥ r）。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极端拥堵击穿假设时：退回 P1 的保护——计划变陈旧，但执行仍安全。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DEBE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09160"/>
            <a:ext cx="10543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实证压力测试：Δpen = 10（默认值的 1/20）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episode 完工 · 修订正常激活 · 零执行违规 · makespan 优雅退化（1392–3801）——与 P1 预测逐条吻合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改进效果：数字说话（对比基线编码）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542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触发级激活率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（2401 次触发，旧 53%）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29000" y="15544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429000" y="2542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到达修订失败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（72 集流式全零；旧 1–18/格）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09360" y="15544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+31%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309360" y="2542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大车间吞吐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（mk05，受控对照）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89720" y="15544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189720" y="25420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完工保证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（最差格旧 7/10）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109167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05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90 行的编码补丁，把「改计划」从结构性不可能变成随时可执行。</a:t>
            </a:r>
            <a:endParaRPr lang="en-US" sz="1700" dirty="0"/>
          </a:p>
          <a:p>
            <a:pPr algn="ctr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配套交付：引擎分支 0901softcommit（opt-in 开关，旧行为逐位保留）+ 全部原始数据入库。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 ②（定律）：扰动来了，最好别改计划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1101 集主战役 · 删失按 4096 插补（消除幸存者偏差）· 配对 Wilcoxon p&lt;0.0001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863840" y="192024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配对战绩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不动 vs 重规划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143 : 12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（61 平，n=216）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扰动遗憾：1.00–1.06 vs 1.25–2.25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⇒ 松弛即鲁棒：扰动响应就该开环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897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E1+E2 主战役（864 集）；static=一次成型 CP-SAT，full=事件触发全域修订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一页科研诚信：我们撤回过自己的头条数字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68×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试点期的「吞吐恢复 68 倍」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已从全文撤回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560320" cy="548640"/>
          </a:xfrm>
          <a:prstGeom prst="line">
            <a:avLst/>
          </a:prstGeom>
          <a:noFill/>
          <a:ln w="381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1655064"/>
            <a:ext cx="734263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7830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试点看到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2185416"/>
            <a:ext cx="7342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订单流下吞吐崩塌 100 倍（24.4→0.24）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889504"/>
            <a:ext cx="734263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扩容受控实验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7680" y="3419856"/>
            <a:ext cx="7342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同引擎 legacy vs soft 对照——发现旧数字混入了激活 walker bug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4123944"/>
            <a:ext cx="734263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4251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重写结论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4654296"/>
            <a:ext cx="7342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受控效应 = 零失败 + 完工保证 + 大车间 +23~31%；全文四处撤回 68×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5394960"/>
            <a:ext cx="734263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审稿人复现不出的数字一个都不能留——E6 受控对照（81 集）就是为这一页而生。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 ③（策略）：value-aware 触发器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不改算法、不训练模型——用引擎自带的确定性快照回放做反事实前滚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029968" cy="1600200"/>
          </a:xfrm>
          <a:prstGeom prst="roundRect">
            <a:avLst>
              <a:gd name="adj" fmla="val 2857"/>
            </a:avLst>
          </a:prstGeom>
          <a:solidFill>
            <a:srgbClr val="E3F0F5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288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扰动事件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432304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机器故障/恢复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触发决策点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60320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16352" y="1691640"/>
            <a:ext cx="2029968" cy="1600200"/>
          </a:xfrm>
          <a:prstGeom prst="roundRect">
            <a:avLst>
              <a:gd name="adj" fmla="val 2857"/>
            </a:avLst>
          </a:prstGeom>
          <a:solidFill>
            <a:srgbClr val="E3F0F5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8288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拍快照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432304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全系统状态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（含随机种子）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28032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84064" y="1691640"/>
            <a:ext cx="2029968" cy="1600200"/>
          </a:xfrm>
          <a:prstGeom prst="roundRect">
            <a:avLst>
              <a:gd name="adj" fmla="val 2857"/>
            </a:avLst>
          </a:prstGeom>
          <a:solidFill>
            <a:srgbClr val="E3F0F5"/>
          </a:solidFill>
          <a:ln/>
        </p:spPr>
      </p:sp>
      <p:sp>
        <p:nvSpPr>
          <p:cNvPr id="14" name="Text 12"/>
          <p:cNvSpPr/>
          <p:nvPr/>
        </p:nvSpPr>
        <p:spPr>
          <a:xfrm>
            <a:off x="5193792" y="18288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双分支前滚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93792" y="2432304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A：维持现状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B：先修订再走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同种子各 60 步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95744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51776" y="1691640"/>
            <a:ext cx="2029968" cy="1600200"/>
          </a:xfrm>
          <a:prstGeom prst="roundRect">
            <a:avLst>
              <a:gd name="adj" fmla="val 2857"/>
            </a:avLst>
          </a:prstGeom>
          <a:solidFill>
            <a:srgbClr val="E3F0F5"/>
          </a:solidFill>
          <a:ln/>
        </p:spPr>
      </p:sp>
      <p:sp>
        <p:nvSpPr>
          <p:cNvPr id="18" name="Text 16"/>
          <p:cNvSpPr/>
          <p:nvPr/>
        </p:nvSpPr>
        <p:spPr>
          <a:xfrm>
            <a:off x="7461504" y="18288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比进度 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61504" y="2432304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完工工序数之差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progB − progA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363456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619488" y="1691640"/>
            <a:ext cx="2029968" cy="1600200"/>
          </a:xfrm>
          <a:prstGeom prst="roundRect">
            <a:avLst>
              <a:gd name="adj" fmla="val 2857"/>
            </a:avLst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9729216" y="18288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 &gt; 0 才动手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729216" y="2432304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否则什么都不做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间隔重新起算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70332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E7 · 108 集（astar 路由域）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9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453 次评估 → 仅 6 次真正重规划（1.3%）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插补 makespan：myopic 2876 ＜ static 3018 ＜ full 3466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配对：14:9 胜 static · 21:6 胜 full；S4 强故障下 2039 vs 2296（−11%）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「绝大多数时候同意别动，少数时刻精准出手」——双赢两个极端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自我批判：myopic 偷看未来了吗？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外部评审第二轮的必问题——我们先用实验回答自己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E3F0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泄漏拆解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分支间共享同一条未来事件带 = 合法的 CRN 方差缩减 ✓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但真实时间线也从同一恢复点继续 → rollout 预演的正是将来真实发生的带（clairvoyant 嫌疑）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S1/S4（确定性排程故障）：H 步内无随机性 → 零泄漏，前瞻 = MPC 式仿真预测，可部署 ✓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S3（随机故障）：存在真泄漏 ✗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2834640"/>
          </a:xfrm>
          <a:prstGeom prst="roundRect">
            <a:avLst>
              <a:gd name="adj" fmla="val 1935"/>
            </a:avLst>
          </a:prstGeom>
          <a:solidFill>
            <a:srgbClr val="FDEBE0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补验方案（进行中）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leak-free 变体：分支 rollout 前重播种独立未来带（分支间仍共享采样带保住 CRN），真实线走原带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预期：S1/S4 数字不动（可部署性直接得证）；S3 若退化 → 诚实报 oracle 上界 + 可部署版两行数字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反手加分项：量化「前瞻信息的价值」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原则：方法有效性问题用实验回答，不用修辞回答。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附加发现：路由后端决定耦合系统的天花板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 · 只换路由服务镜像，其余全部相同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400–800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63347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C++ EECBS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（生产级基线）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16459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≈3900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206240" y="263347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LaCAM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（近活锁，4/36 报错）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63840" y="164592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22/36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863840" y="263347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PIBT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（直接失败）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109167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2976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同一调度策略、同一协议、同一地图——滚动闭环的瓶颈是路由后端的单次重规划延迟。</a:t>
            </a:r>
            <a:endParaRPr lang="en-US" sz="16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与消融研究互证：K≥4 时路由层是分层协同的结合约束（greedy+EECBS ≈ CP-SAT+EECBS）。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37392" y="292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论文弧线：一条完整的贡献链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66544" cy="868680"/>
          </a:xfrm>
          <a:prstGeom prst="chevron">
            <a:avLst/>
          </a:prstGeom>
          <a:solidFill>
            <a:srgbClr val="155E7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诊断死锁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834640" y="1600200"/>
            <a:ext cx="2066544" cy="868680"/>
          </a:xfrm>
          <a:prstGeom prst="chevron">
            <a:avLst/>
          </a:prstGeom>
          <a:solidFill>
            <a:srgbClr val="155E75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6002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投影抽象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120640" y="1600200"/>
            <a:ext cx="2066544" cy="868680"/>
          </a:xfrm>
          <a:prstGeom prst="chevron">
            <a:avLst/>
          </a:prstGeom>
          <a:solidFill>
            <a:srgbClr val="155E75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6002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两级定理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0" y="1600200"/>
            <a:ext cx="2066544" cy="868680"/>
          </a:xfrm>
          <a:prstGeom prst="chevron">
            <a:avLst/>
          </a:prstGeom>
          <a:solidFill>
            <a:srgbClr val="155E75"/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6002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反直觉定律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92640" y="1600200"/>
            <a:ext cx="2066544" cy="868680"/>
          </a:xfrm>
          <a:prstGeom prst="chevron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9692640" y="1600200"/>
            <a:ext cx="2066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决策策略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三句话卖点（评审语）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291840"/>
            <a:ext cx="1043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闭环重规划可以在优化开始之前就失败——因为执行承诺在残差规划模型里不可表示。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48640" y="4187952"/>
            <a:ext cx="457200" cy="457200"/>
          </a:xfrm>
          <a:prstGeom prst="ellipse">
            <a:avLst/>
          </a:prstGeom>
          <a:solidFill>
            <a:srgbClr val="155E7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7008" y="4133088"/>
            <a:ext cx="1043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保守承诺投影让重规划可执行，且保住执行安全（两级定理）。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7008" y="4974336"/>
            <a:ext cx="10433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一旦真的可以重规划，惊人结论是：多数扰动根本不该触发它；value-aware 选择式重规划在测试域胜过两个极端。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定位：execution semantics 论文（ICAPS 主场），不是 MAPF 算法论文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现状与打法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E3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1209 集七相实验（E1–E7）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E3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引擎修复分支 0901softcommit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E3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投影抽象 + P1/P2 双定理 + Δpen 实证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E3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myopic 策略：双赢两极（1.3% 重规划率）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26480" y="14173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26480" y="192024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E3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leak-free 对照（S3 泄漏补验）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E3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ICAPS-27 官方模板换壳（预计 12 月截稿）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E3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英文润色 + 引用扩到 30+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50" dirty="0">
                <a:solidFill>
                  <a:srgbClr val="E3F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措辞降调：『测试域内优于两极』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11091672" cy="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6634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ICAPS 2027 · Columbia, SC · 2027-06-27 → 07-02 · 预计截稿 2026-12 上旬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0352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外部评审模拟：7 / 6 / 5–6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FDC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「中了不意外，没中更可能是 reviewer variance，而不是论文不够格」——冲这个判断去投。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Breakable Commitments — 论文内审</dc:title>
  <dc:subject>PptxGenJS Presentation</dc:subject>
  <dc:creator>SkyResearch</dc:creator>
  <cp:lastModifiedBy>SkyResearch</cp:lastModifiedBy>
  <cp:revision>1</cp:revision>
  <dcterms:created xsi:type="dcterms:W3CDTF">2026-09-02T07:19:44Z</dcterms:created>
  <dcterms:modified xsi:type="dcterms:W3CDTF">2026-09-02T07:19:44Z</dcterms:modified>
</cp:coreProperties>
</file>